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>
                <a:solidFill>
                  <a:srgbClr val="0A1428"/>
                </a:solidFill>
              </a:defRPr>
            </a:pPr>
            <a:r>
              <a:t>Cells: structure and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A1428"/>
                </a:solidFill>
              </a:defRPr>
            </a:pPr>
            <a:r>
              <a:t>The nucleus contains DNA. The cell membrane controls what enters and leaves.</a:t>
            </a:r>
          </a:p>
        </p:txBody>
      </p:sp>
      <p:sp>
        <p:nvSpPr>
          <p:cNvPr id="4" name="Oval 3"/>
          <p:cNvSpPr/>
          <p:nvPr/>
        </p:nvSpPr>
        <p:spPr>
          <a:xfrm>
            <a:off x="3200400" y="2514600"/>
            <a:ext cx="2743200" cy="1828800"/>
          </a:xfrm>
          <a:prstGeom prst="ellipse">
            <a:avLst/>
          </a:prstGeom>
          <a:solidFill>
            <a:srgbClr val="00AA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310896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Cell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>
                <a:solidFill>
                  <a:srgbClr val="0A1428"/>
                </a:solidFill>
              </a:defRPr>
            </a:pPr>
            <a:r>
              <a:t>Practice: retrieve before flipping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A1428"/>
                </a:solidFill>
              </a:defRPr>
            </a:pPr>
            <a:r>
              <a:t>What does the cell membrane do? Explain its role in one sentence.</a:t>
            </a:r>
          </a:p>
        </p:txBody>
      </p:sp>
      <p:sp>
        <p:nvSpPr>
          <p:cNvPr id="4" name="Oval 3"/>
          <p:cNvSpPr/>
          <p:nvPr/>
        </p:nvSpPr>
        <p:spPr>
          <a:xfrm>
            <a:off x="3200400" y="2514600"/>
            <a:ext cx="2743200" cy="1828800"/>
          </a:xfrm>
          <a:prstGeom prst="ellipse">
            <a:avLst/>
          </a:prstGeom>
          <a:solidFill>
            <a:srgbClr val="00AA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310896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Cell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